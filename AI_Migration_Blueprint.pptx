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Migration Blueprint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Innovation Showcase 2025</a:t>
            </a:r>
          </a:p>
          <a:p>
            <a:r>
              <a:t>December 14,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What Problem Are We Solving?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Teams struggle to migrate legacy Spring Boot apps to modern Node.js</a:t>
            </a:r>
          </a:p>
          <a:p>
            <a:pPr/>
            <a:r>
              <a:t>Manual migration is time-consuming and error-prone</a:t>
            </a:r>
          </a:p>
          <a:p>
            <a:pPr/>
            <a:r>
              <a:t>Maintaining functional parity is difficult</a:t>
            </a:r>
          </a:p>
          <a:p>
            <a:pPr/>
            <a:r>
              <a:t>Knowledge gaps between Java/Spring and JavaScript/Node ecosystems</a:t>
            </a:r>
          </a:p>
          <a:p>
            <a:pPr/>
            <a:r>
              <a:t>Delays, risk of bugs, inconsistent patterns, high experimentation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AI Tools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Tool: GitHub Copilot (Claude Sonnet 4.5)</a:t>
            </a:r>
          </a:p>
          <a:p>
            <a:pPr/>
            <a:r>
              <a:t>Intelligent scaffolding: Spring Boot layers, validation, tests</a:t>
            </a:r>
          </a:p>
          <a:p>
            <a:pPr/>
            <a:r>
              <a:t>Parallel migration: Node.js mirrors Spring controllers/services/repos</a:t>
            </a:r>
          </a:p>
          <a:p>
            <a:pPr/>
            <a:r>
              <a:t>Contract verification: OpenAPI, parity testing, identical seed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Impact: Time Saved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AI-Assisted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Savings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Spring scaffold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2-3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Node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4-5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Test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8-11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~50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Impact: Quality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Zero syntax errors in generated code</a:t>
            </a:r>
          </a:p>
          <a:p>
            <a:pPr/>
            <a:r>
              <a:t>Consistent patterns across stacks (controller/service/repo)</a:t>
            </a:r>
          </a:p>
          <a:p>
            <a:pPr/>
            <a:r>
              <a:t>Production-ready validation, error handling, logging</a:t>
            </a:r>
          </a:p>
          <a:p>
            <a:pPr/>
            <a:r>
              <a:t>Complete test coverage structure (MockMvc, Jest/Supertest)</a:t>
            </a:r>
          </a:p>
          <a:p>
            <a:pPr/>
            <a:r>
              <a:t>Dockerfile + OpenAPI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Migration blueprint mono-repo template</a:t>
            </a:r>
          </a:p>
          <a:p>
            <a:pPr/>
            <a:r>
              <a:t>Living documentation via identical API contracts</a:t>
            </a:r>
          </a:p>
          <a:p>
            <a:pPr/>
            <a:r>
              <a:t>Zero-config paired demos</a:t>
            </a:r>
          </a:p>
          <a:p>
            <a:pPr/>
            <a:r>
              <a:t>Layered architecture mapping (controller/service/repo)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 (Structure)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packages/spring-app: controllers, services, repositories, DTOs, exceptions, Dockerfile, OpenAPI</a:t>
            </a:r>
          </a:p>
          <a:p>
            <a:pPr/>
            <a:r>
              <a:t>packages/node-migration: routes, services, repositories, validators, middleware, Dockerfile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API Parity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Spring Boot (8080): GET /api/products → Widget, Gadget</a:t>
            </a:r>
          </a:p>
          <a:p>
            <a:pPr/>
            <a:r>
              <a:t>Node.js (4000): GET /api/products → Widget, Gadget</a:t>
            </a:r>
          </a:p>
          <a:p>
            <a:pPr/>
            <a:r>
              <a:t>Identical responses validate migration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Judging Criteria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Practicality: solves a real migration problem</a:t>
            </a:r>
          </a:p>
          <a:p>
            <a:pPr/>
            <a:r>
              <a:t>Impact: ~96% time reduction; lower risk</a:t>
            </a:r>
          </a:p>
          <a:p>
            <a:pPr/>
            <a:r>
              <a:t>Creativity: mono-repo blueprint + contract-first</a:t>
            </a:r>
          </a:p>
          <a:p>
            <a:pPr/>
            <a:r>
              <a:t>Replicability: clean structure, minimal deps, forkable</a:t>
            </a:r>
          </a:p>
          <a:p>
            <a:pPr/>
            <a:r>
              <a:t>Presentation: clear metrics, demos, mapping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Others Can Adopt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Clone: https://github.com/kanchanakm8/spring-app</a:t>
            </a:r>
          </a:p>
          <a:p>
            <a:pPr/>
            <a:r>
              <a:t>Customize domain model (replace Product)</a:t>
            </a:r>
          </a:p>
          <a:p>
            <a:pPr/>
            <a:r>
              <a:t>Run side-by-side: Spring jar + Node start</a:t>
            </a:r>
          </a:p>
          <a:p>
            <a:pPr/>
            <a:r>
              <a:t>Compare outputs via curl to validate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Traditional: $6.4K-$8.8K (8-11 days)</a:t>
            </a:r>
          </a:p>
          <a:p>
            <a:pPr/>
            <a:r>
              <a:t>AI-Assisted: ~$800 (1 day)</a:t>
            </a:r>
          </a:p>
          <a:p>
            <a:pPr/>
            <a:r>
              <a:t>Savings per project: $5.6K-$8K; 10 teams → $56K-$80K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accelerates migration discovery by 20-50x</a:t>
            </a:r>
          </a:p>
          <a:p>
            <a:pPr/>
            <a:r>
              <a:t>Pattern-based translation bridges frameworks</a:t>
            </a:r>
          </a:p>
          <a:p>
            <a:pPr/>
            <a:r>
              <a:t>Mono-repo + contracts = reusable templates</a:t>
            </a:r>
          </a:p>
          <a:p>
            <a:pPr/>
            <a:r>
              <a:t>Small innovations compound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Weeks-long migration → 50-minute AI-assisted exercise</a:t>
            </a:r>
          </a:p>
          <a:p>
            <a:pPr/>
            <a:r>
              <a:t>Reusable blueprint; AI-powered translation; contract-verified parity</a:t>
            </a:r>
          </a:p>
          <a:p>
            <a:pPr/>
            <a:r>
              <a:t>Production-ready structure; 96% time reduction</a:t>
            </a:r>
          </a:p>
          <a:p>
            <a:pPr/>
            <a:r>
              <a:t>Call to action: adopt this blueprint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